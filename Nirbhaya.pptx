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8288000" cy="10287000"/>
  <p:notesSz cx="6858000" cy="9144000"/>
  <p:embeddedFontLst>
    <p:embeddedFont>
      <p:font typeface="Arial Black" panose="020B0A04020102020204" pitchFamily="34" charset="0"/>
      <p:bold r:id="rId8"/>
    </p:embeddedFont>
    <p:embeddedFont>
      <p:font typeface="Arial Rounded MT Bold" panose="020F0704030504030204" pitchFamily="34" charset="0"/>
      <p:regular r:id="rId9"/>
    </p:embeddedFont>
    <p:embeddedFont>
      <p:font typeface="Bahnschrift SemiLight SemiConde" panose="020B0502040204020203" pitchFamily="34" charset="0"/>
      <p:regular r:id="rId10"/>
    </p:embeddedFont>
    <p:embeddedFont>
      <p:font typeface="Georgia" panose="02040502050405020303" pitchFamily="18" charset="0"/>
      <p:regular r:id="rId11"/>
      <p:bold r:id="rId12"/>
      <p:italic r:id="rId13"/>
      <p:boldItalic r:id="rId14"/>
    </p:embeddedFont>
    <p:embeddedFont>
      <p:font typeface="Lato" panose="020F0502020204030203" pitchFamily="34" charset="0"/>
      <p:regular r:id="rId15"/>
      <p:bold r:id="rId16"/>
      <p:italic r:id="rId17"/>
      <p:boldItalic r:id="rId18"/>
    </p:embeddedFont>
    <p:embeddedFont>
      <p:font typeface="Raleway" pitchFamily="2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3" roundtripDataSignature="AMtx7mjqe3KjTi4ypBoZiVY3WJPGiEDDf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FC23218-A1CE-406B-A49E-9FDE17486B0B}">
  <a:tblStyle styleId="{2FC23218-A1CE-406B-A49E-9FDE17486B0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font" Target="fonts/font11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14.fntdata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font" Target="fonts/font10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9.fntdata"/><Relationship Id="rId20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23" Type="http://customschemas.google.com/relationships/presentationmetadata" Target="metadata"/><Relationship Id="rId10" Type="http://schemas.openxmlformats.org/officeDocument/2006/relationships/font" Target="fonts/font3.fntdata"/><Relationship Id="rId19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Relationship Id="rId22" Type="http://schemas.openxmlformats.org/officeDocument/2006/relationships/font" Target="fonts/font15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857500" y="512763"/>
            <a:ext cx="3429000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88" name="Google Shape;88;p2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‹#›</a:t>
            </a:r>
            <a:endParaRPr/>
          </a:p>
        </p:txBody>
      </p:sp>
      <p:sp>
        <p:nvSpPr>
          <p:cNvPr id="91" name="Google Shape;91;p2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92" name="Google Shape;92;p2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102" name="Google Shape;102;p3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04" name="Google Shape;104;p3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106" name="Google Shape;106;p3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120" name="Google Shape;120;p4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21" name="Google Shape;121;p4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22" name="Google Shape;122;p4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4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124" name="Google Shape;124;p4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134" name="Google Shape;134;p5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35" name="Google Shape;135;p5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36" name="Google Shape;136;p5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5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138" name="Google Shape;138;p5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9fe0971041_9_27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151" name="Google Shape;151;g39fe0971041_9_27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52" name="Google Shape;152;g39fe0971041_9_27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53" name="Google Shape;153;g39fe0971041_9_27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g39fe0971041_9_27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155" name="Google Shape;155;g39fe0971041_9_27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2"/>
        </a:solid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9f8345b7f8_0_543"/>
          <p:cNvSpPr/>
          <p:nvPr/>
        </p:nvSpPr>
        <p:spPr>
          <a:xfrm>
            <a:off x="0" y="0"/>
            <a:ext cx="18288000" cy="975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" name="Google Shape;15;g39f8345b7f8_0_543"/>
          <p:cNvGrpSpPr/>
          <p:nvPr/>
        </p:nvGrpSpPr>
        <p:grpSpPr>
          <a:xfrm>
            <a:off x="1660784" y="2382511"/>
            <a:ext cx="1491526" cy="91652"/>
            <a:chOff x="4580561" y="2589004"/>
            <a:chExt cx="1064464" cy="25200"/>
          </a:xfrm>
        </p:grpSpPr>
        <p:sp>
          <p:nvSpPr>
            <p:cNvPr id="16" name="Google Shape;16;g39f8345b7f8_0_54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g39f8345b7f8_0_54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" name="Google Shape;18;g39f8345b7f8_0_543"/>
          <p:cNvSpPr txBox="1">
            <a:spLocks noGrp="1"/>
          </p:cNvSpPr>
          <p:nvPr>
            <p:ph type="ctrTitle"/>
          </p:nvPr>
        </p:nvSpPr>
        <p:spPr>
          <a:xfrm>
            <a:off x="1458900" y="2644900"/>
            <a:ext cx="15376200" cy="33294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1pPr>
            <a:lvl2pPr lvl="1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2pPr>
            <a:lvl3pPr lvl="2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3pPr>
            <a:lvl4pPr lvl="3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4pPr>
            <a:lvl5pPr lvl="4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5pPr>
            <a:lvl6pPr lvl="5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6pPr>
            <a:lvl7pPr lvl="6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7pPr>
            <a:lvl8pPr lvl="7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8pPr>
            <a:lvl9pPr lvl="8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9pPr>
          </a:lstStyle>
          <a:p>
            <a:endParaRPr/>
          </a:p>
        </p:txBody>
      </p:sp>
      <p:sp>
        <p:nvSpPr>
          <p:cNvPr id="19" name="Google Shape;19;g39f8345b7f8_0_543"/>
          <p:cNvSpPr txBox="1">
            <a:spLocks noGrp="1"/>
          </p:cNvSpPr>
          <p:nvPr>
            <p:ph type="subTitle" idx="1"/>
          </p:nvPr>
        </p:nvSpPr>
        <p:spPr>
          <a:xfrm>
            <a:off x="1459255" y="6345800"/>
            <a:ext cx="15376200" cy="10824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20" name="Google Shape;20;g39f8345b7f8_0_543"/>
          <p:cNvSpPr txBox="1">
            <a:spLocks noGrp="1"/>
          </p:cNvSpPr>
          <p:nvPr>
            <p:ph type="sldNum" idx="12"/>
          </p:nvPr>
        </p:nvSpPr>
        <p:spPr>
          <a:xfrm>
            <a:off x="17072605" y="9499702"/>
            <a:ext cx="1097400" cy="787200"/>
          </a:xfrm>
          <a:prstGeom prst="rect">
            <a:avLst/>
          </a:prstGeom>
        </p:spPr>
        <p:txBody>
          <a:bodyPr spcFirstLastPara="1" wrap="square" lIns="182850" tIns="182850" rIns="182850" bIns="18285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oogle Shape;22;g39f8345b7f8_0_551"/>
          <p:cNvGrpSpPr/>
          <p:nvPr/>
        </p:nvGrpSpPr>
        <p:grpSpPr>
          <a:xfrm>
            <a:off x="1660784" y="2382511"/>
            <a:ext cx="1491526" cy="91652"/>
            <a:chOff x="4580561" y="2589004"/>
            <a:chExt cx="1064464" cy="25200"/>
          </a:xfrm>
        </p:grpSpPr>
        <p:sp>
          <p:nvSpPr>
            <p:cNvPr id="23" name="Google Shape;23;g39f8345b7f8_0_55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g39f8345b7f8_0_55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" name="Google Shape;25;g39f8345b7f8_0_551"/>
          <p:cNvSpPr txBox="1">
            <a:spLocks noGrp="1"/>
          </p:cNvSpPr>
          <p:nvPr>
            <p:ph type="title"/>
          </p:nvPr>
        </p:nvSpPr>
        <p:spPr>
          <a:xfrm>
            <a:off x="1458900" y="2644900"/>
            <a:ext cx="15376800" cy="30372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g39f8345b7f8_0_551"/>
          <p:cNvSpPr txBox="1">
            <a:spLocks noGrp="1"/>
          </p:cNvSpPr>
          <p:nvPr>
            <p:ph type="sldNum" idx="12"/>
          </p:nvPr>
        </p:nvSpPr>
        <p:spPr>
          <a:xfrm>
            <a:off x="17072605" y="9499702"/>
            <a:ext cx="1097400" cy="787200"/>
          </a:xfrm>
          <a:prstGeom prst="rect">
            <a:avLst/>
          </a:prstGeom>
        </p:spPr>
        <p:txBody>
          <a:bodyPr spcFirstLastPara="1" wrap="square" lIns="182850" tIns="182850" rIns="182850" bIns="182850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g39f8345b7f8_0_557"/>
          <p:cNvSpPr/>
          <p:nvPr/>
        </p:nvSpPr>
        <p:spPr>
          <a:xfrm>
            <a:off x="0" y="0"/>
            <a:ext cx="18288000" cy="975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9" name="Google Shape;29;g39f8345b7f8_0_557"/>
          <p:cNvGrpSpPr/>
          <p:nvPr/>
        </p:nvGrpSpPr>
        <p:grpSpPr>
          <a:xfrm>
            <a:off x="1660784" y="2382511"/>
            <a:ext cx="1491526" cy="91652"/>
            <a:chOff x="4580561" y="2589004"/>
            <a:chExt cx="1064464" cy="25200"/>
          </a:xfrm>
        </p:grpSpPr>
        <p:sp>
          <p:nvSpPr>
            <p:cNvPr id="30" name="Google Shape;30;g39f8345b7f8_0_55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g39f8345b7f8_0_55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2" name="Google Shape;32;g39f8345b7f8_0_557"/>
          <p:cNvSpPr txBox="1">
            <a:spLocks noGrp="1"/>
          </p:cNvSpPr>
          <p:nvPr>
            <p:ph type="title"/>
          </p:nvPr>
        </p:nvSpPr>
        <p:spPr>
          <a:xfrm>
            <a:off x="1458900" y="2637300"/>
            <a:ext cx="15377400" cy="10704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33" name="Google Shape;33;g39f8345b7f8_0_557"/>
          <p:cNvSpPr txBox="1">
            <a:spLocks noGrp="1"/>
          </p:cNvSpPr>
          <p:nvPr>
            <p:ph type="body" idx="1"/>
          </p:nvPr>
        </p:nvSpPr>
        <p:spPr>
          <a:xfrm>
            <a:off x="1458900" y="4157750"/>
            <a:ext cx="15377400" cy="45222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rmAutofit/>
          </a:bodyPr>
          <a:lstStyle>
            <a:lvl1pPr marL="457200" lvl="0" indent="-393700">
              <a:spcBef>
                <a:spcPts val="0"/>
              </a:spcBef>
              <a:spcAft>
                <a:spcPts val="0"/>
              </a:spcAft>
              <a:buSzPts val="2600"/>
              <a:buChar char="●"/>
              <a:defRPr/>
            </a:lvl1pPr>
            <a:lvl2pPr marL="914400" lvl="1" indent="-3683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marL="2286000" lvl="4" indent="-3683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marL="2743200" lvl="5" indent="-3683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marL="3200400" lvl="6" indent="-3683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marL="3657600" lvl="7" indent="-3683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marL="4114800" lvl="8" indent="-3683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>
            <a:endParaRPr/>
          </a:p>
        </p:txBody>
      </p:sp>
      <p:sp>
        <p:nvSpPr>
          <p:cNvPr id="34" name="Google Shape;34;g39f8345b7f8_0_557"/>
          <p:cNvSpPr txBox="1">
            <a:spLocks noGrp="1"/>
          </p:cNvSpPr>
          <p:nvPr>
            <p:ph type="sldNum" idx="12"/>
          </p:nvPr>
        </p:nvSpPr>
        <p:spPr>
          <a:xfrm>
            <a:off x="17072605" y="9499702"/>
            <a:ext cx="1097400" cy="787200"/>
          </a:xfrm>
          <a:prstGeom prst="rect">
            <a:avLst/>
          </a:prstGeom>
        </p:spPr>
        <p:txBody>
          <a:bodyPr spcFirstLastPara="1" wrap="square" lIns="182850" tIns="182850" rIns="182850" bIns="18285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g39f8345b7f8_0_565"/>
          <p:cNvSpPr/>
          <p:nvPr/>
        </p:nvSpPr>
        <p:spPr>
          <a:xfrm>
            <a:off x="0" y="0"/>
            <a:ext cx="18288000" cy="975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7" name="Google Shape;37;g39f8345b7f8_0_565"/>
          <p:cNvGrpSpPr/>
          <p:nvPr/>
        </p:nvGrpSpPr>
        <p:grpSpPr>
          <a:xfrm>
            <a:off x="1660784" y="2382511"/>
            <a:ext cx="1491526" cy="91652"/>
            <a:chOff x="4580561" y="2589004"/>
            <a:chExt cx="1064464" cy="25200"/>
          </a:xfrm>
        </p:grpSpPr>
        <p:sp>
          <p:nvSpPr>
            <p:cNvPr id="38" name="Google Shape;38;g39f8345b7f8_0_56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g39f8345b7f8_0_56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0" name="Google Shape;40;g39f8345b7f8_0_565"/>
          <p:cNvSpPr txBox="1">
            <a:spLocks noGrp="1"/>
          </p:cNvSpPr>
          <p:nvPr>
            <p:ph type="title"/>
          </p:nvPr>
        </p:nvSpPr>
        <p:spPr>
          <a:xfrm>
            <a:off x="1458900" y="2637300"/>
            <a:ext cx="15376800" cy="10704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41" name="Google Shape;41;g39f8345b7f8_0_565"/>
          <p:cNvSpPr txBox="1">
            <a:spLocks noGrp="1"/>
          </p:cNvSpPr>
          <p:nvPr>
            <p:ph type="body" idx="1"/>
          </p:nvPr>
        </p:nvSpPr>
        <p:spPr>
          <a:xfrm>
            <a:off x="1458650" y="4157750"/>
            <a:ext cx="7548600" cy="45222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rmAutofit/>
          </a:bodyPr>
          <a:lstStyle>
            <a:lvl1pPr marL="457200" lvl="0" indent="-393700">
              <a:spcBef>
                <a:spcPts val="0"/>
              </a:spcBef>
              <a:spcAft>
                <a:spcPts val="0"/>
              </a:spcAft>
              <a:buSzPts val="2600"/>
              <a:buChar char="●"/>
              <a:defRPr/>
            </a:lvl1pPr>
            <a:lvl2pPr marL="914400" lvl="1" indent="-3683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marL="2286000" lvl="4" indent="-3683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marL="2743200" lvl="5" indent="-3683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marL="3200400" lvl="6" indent="-3683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marL="3657600" lvl="7" indent="-3683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marL="4114800" lvl="8" indent="-3683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g39f8345b7f8_0_565"/>
          <p:cNvSpPr txBox="1">
            <a:spLocks noGrp="1"/>
          </p:cNvSpPr>
          <p:nvPr>
            <p:ph type="body" idx="2"/>
          </p:nvPr>
        </p:nvSpPr>
        <p:spPr>
          <a:xfrm>
            <a:off x="9287207" y="4157750"/>
            <a:ext cx="7548600" cy="45222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rmAutofit/>
          </a:bodyPr>
          <a:lstStyle>
            <a:lvl1pPr marL="457200" lvl="0" indent="-393700">
              <a:spcBef>
                <a:spcPts val="0"/>
              </a:spcBef>
              <a:spcAft>
                <a:spcPts val="0"/>
              </a:spcAft>
              <a:buSzPts val="2600"/>
              <a:buChar char="●"/>
              <a:defRPr/>
            </a:lvl1pPr>
            <a:lvl2pPr marL="914400" lvl="1" indent="-3683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marL="2286000" lvl="4" indent="-3683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marL="2743200" lvl="5" indent="-3683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marL="3200400" lvl="6" indent="-3683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marL="3657600" lvl="7" indent="-3683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marL="4114800" lvl="8" indent="-3683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>
            <a:endParaRPr/>
          </a:p>
        </p:txBody>
      </p:sp>
      <p:sp>
        <p:nvSpPr>
          <p:cNvPr id="43" name="Google Shape;43;g39f8345b7f8_0_565"/>
          <p:cNvSpPr txBox="1">
            <a:spLocks noGrp="1"/>
          </p:cNvSpPr>
          <p:nvPr>
            <p:ph type="sldNum" idx="12"/>
          </p:nvPr>
        </p:nvSpPr>
        <p:spPr>
          <a:xfrm>
            <a:off x="17072605" y="9499702"/>
            <a:ext cx="1097400" cy="787200"/>
          </a:xfrm>
          <a:prstGeom prst="rect">
            <a:avLst/>
          </a:prstGeom>
        </p:spPr>
        <p:txBody>
          <a:bodyPr spcFirstLastPara="1" wrap="square" lIns="182850" tIns="182850" rIns="182850" bIns="18285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39f8345b7f8_0_574"/>
          <p:cNvSpPr/>
          <p:nvPr/>
        </p:nvSpPr>
        <p:spPr>
          <a:xfrm>
            <a:off x="0" y="0"/>
            <a:ext cx="18288000" cy="975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6" name="Google Shape;46;g39f8345b7f8_0_574"/>
          <p:cNvGrpSpPr/>
          <p:nvPr/>
        </p:nvGrpSpPr>
        <p:grpSpPr>
          <a:xfrm>
            <a:off x="1660784" y="2382511"/>
            <a:ext cx="1491526" cy="91652"/>
            <a:chOff x="4580561" y="2589004"/>
            <a:chExt cx="1064464" cy="25200"/>
          </a:xfrm>
        </p:grpSpPr>
        <p:sp>
          <p:nvSpPr>
            <p:cNvPr id="47" name="Google Shape;47;g39f8345b7f8_0_57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g39f8345b7f8_0_57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9" name="Google Shape;49;g39f8345b7f8_0_574"/>
          <p:cNvSpPr txBox="1">
            <a:spLocks noGrp="1"/>
          </p:cNvSpPr>
          <p:nvPr>
            <p:ph type="title"/>
          </p:nvPr>
        </p:nvSpPr>
        <p:spPr>
          <a:xfrm>
            <a:off x="1458900" y="2637300"/>
            <a:ext cx="15376800" cy="10704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0" name="Google Shape;50;g39f8345b7f8_0_574"/>
          <p:cNvSpPr txBox="1">
            <a:spLocks noGrp="1"/>
          </p:cNvSpPr>
          <p:nvPr>
            <p:ph type="sldNum" idx="12"/>
          </p:nvPr>
        </p:nvSpPr>
        <p:spPr>
          <a:xfrm>
            <a:off x="17072605" y="9499702"/>
            <a:ext cx="1097400" cy="787200"/>
          </a:xfrm>
          <a:prstGeom prst="rect">
            <a:avLst/>
          </a:prstGeom>
        </p:spPr>
        <p:txBody>
          <a:bodyPr spcFirstLastPara="1" wrap="square" lIns="182850" tIns="182850" rIns="182850" bIns="18285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9f8345b7f8_0_581"/>
          <p:cNvSpPr/>
          <p:nvPr/>
        </p:nvSpPr>
        <p:spPr>
          <a:xfrm>
            <a:off x="0" y="0"/>
            <a:ext cx="18288000" cy="975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3" name="Google Shape;53;g39f8345b7f8_0_581"/>
          <p:cNvGrpSpPr/>
          <p:nvPr/>
        </p:nvGrpSpPr>
        <p:grpSpPr>
          <a:xfrm>
            <a:off x="1660784" y="2382511"/>
            <a:ext cx="1491526" cy="91652"/>
            <a:chOff x="4580561" y="2589004"/>
            <a:chExt cx="1064464" cy="25200"/>
          </a:xfrm>
        </p:grpSpPr>
        <p:sp>
          <p:nvSpPr>
            <p:cNvPr id="54" name="Google Shape;54;g39f8345b7f8_0_58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g39f8345b7f8_0_58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6" name="Google Shape;56;g39f8345b7f8_0_581"/>
          <p:cNvSpPr txBox="1">
            <a:spLocks noGrp="1"/>
          </p:cNvSpPr>
          <p:nvPr>
            <p:ph type="title"/>
          </p:nvPr>
        </p:nvSpPr>
        <p:spPr>
          <a:xfrm>
            <a:off x="1460000" y="2637300"/>
            <a:ext cx="6601800" cy="27630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7" name="Google Shape;57;g39f8345b7f8_0_581"/>
          <p:cNvSpPr txBox="1">
            <a:spLocks noGrp="1"/>
          </p:cNvSpPr>
          <p:nvPr>
            <p:ph type="body" idx="1"/>
          </p:nvPr>
        </p:nvSpPr>
        <p:spPr>
          <a:xfrm>
            <a:off x="1442450" y="5563450"/>
            <a:ext cx="6601800" cy="31950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rmAutofit/>
          </a:bodyPr>
          <a:lstStyle>
            <a:lvl1pPr marL="457200" lvl="0" indent="-393700">
              <a:spcBef>
                <a:spcPts val="0"/>
              </a:spcBef>
              <a:spcAft>
                <a:spcPts val="0"/>
              </a:spcAft>
              <a:buSzPts val="2600"/>
              <a:buChar char="●"/>
              <a:defRPr/>
            </a:lvl1pPr>
            <a:lvl2pPr marL="914400" lvl="1" indent="-3683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marL="2286000" lvl="4" indent="-3683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marL="2743200" lvl="5" indent="-3683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marL="3200400" lvl="6" indent="-3683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marL="3657600" lvl="7" indent="-3683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marL="4114800" lvl="8" indent="-3683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>
            <a:endParaRPr/>
          </a:p>
        </p:txBody>
      </p:sp>
      <p:sp>
        <p:nvSpPr>
          <p:cNvPr id="58" name="Google Shape;58;g39f8345b7f8_0_581"/>
          <p:cNvSpPr txBox="1">
            <a:spLocks noGrp="1"/>
          </p:cNvSpPr>
          <p:nvPr>
            <p:ph type="sldNum" idx="12"/>
          </p:nvPr>
        </p:nvSpPr>
        <p:spPr>
          <a:xfrm>
            <a:off x="17072605" y="9499702"/>
            <a:ext cx="1097400" cy="787200"/>
          </a:xfrm>
          <a:prstGeom prst="rect">
            <a:avLst/>
          </a:prstGeom>
        </p:spPr>
        <p:txBody>
          <a:bodyPr spcFirstLastPara="1" wrap="square" lIns="182850" tIns="182850" rIns="182850" bIns="18285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oogle Shape;60;g39f8345b7f8_0_589"/>
          <p:cNvGrpSpPr/>
          <p:nvPr/>
        </p:nvGrpSpPr>
        <p:grpSpPr>
          <a:xfrm>
            <a:off x="1660784" y="8338260"/>
            <a:ext cx="1491526" cy="91652"/>
            <a:chOff x="4580561" y="2589004"/>
            <a:chExt cx="1064464" cy="25200"/>
          </a:xfrm>
        </p:grpSpPr>
        <p:sp>
          <p:nvSpPr>
            <p:cNvPr id="61" name="Google Shape;61;g39f8345b7f8_0_58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g39f8345b7f8_0_58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3" name="Google Shape;63;g39f8345b7f8_0_589"/>
          <p:cNvSpPr txBox="1">
            <a:spLocks noGrp="1"/>
          </p:cNvSpPr>
          <p:nvPr>
            <p:ph type="title"/>
          </p:nvPr>
        </p:nvSpPr>
        <p:spPr>
          <a:xfrm>
            <a:off x="1458900" y="1728600"/>
            <a:ext cx="14042400" cy="5970000"/>
          </a:xfrm>
          <a:prstGeom prst="rect">
            <a:avLst/>
          </a:prstGeom>
        </p:spPr>
        <p:txBody>
          <a:bodyPr spcFirstLastPara="1" wrap="square" lIns="182850" tIns="182850" rIns="182850" bIns="18285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4" name="Google Shape;64;g39f8345b7f8_0_589"/>
          <p:cNvSpPr txBox="1">
            <a:spLocks noGrp="1"/>
          </p:cNvSpPr>
          <p:nvPr>
            <p:ph type="sldNum" idx="12"/>
          </p:nvPr>
        </p:nvSpPr>
        <p:spPr>
          <a:xfrm>
            <a:off x="17072605" y="9499702"/>
            <a:ext cx="1097400" cy="787200"/>
          </a:xfrm>
          <a:prstGeom prst="rect">
            <a:avLst/>
          </a:prstGeom>
        </p:spPr>
        <p:txBody>
          <a:bodyPr spcFirstLastPara="1" wrap="square" lIns="182850" tIns="182850" rIns="182850" bIns="182850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9f8345b7f8_0_595"/>
          <p:cNvSpPr/>
          <p:nvPr/>
        </p:nvSpPr>
        <p:spPr>
          <a:xfrm>
            <a:off x="0" y="0"/>
            <a:ext cx="9144000" cy="10287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7" name="Google Shape;67;g39f8345b7f8_0_595"/>
          <p:cNvGrpSpPr/>
          <p:nvPr/>
        </p:nvGrpSpPr>
        <p:grpSpPr>
          <a:xfrm>
            <a:off x="1660784" y="2382511"/>
            <a:ext cx="1491526" cy="91652"/>
            <a:chOff x="4580561" y="2589004"/>
            <a:chExt cx="1064464" cy="25200"/>
          </a:xfrm>
        </p:grpSpPr>
        <p:sp>
          <p:nvSpPr>
            <p:cNvPr id="68" name="Google Shape;68;g39f8345b7f8_0_59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g39f8345b7f8_0_59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0" name="Google Shape;70;g39f8345b7f8_0_595"/>
          <p:cNvSpPr txBox="1">
            <a:spLocks noGrp="1"/>
          </p:cNvSpPr>
          <p:nvPr>
            <p:ph type="title"/>
          </p:nvPr>
        </p:nvSpPr>
        <p:spPr>
          <a:xfrm>
            <a:off x="1460000" y="2637300"/>
            <a:ext cx="6601800" cy="33744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71" name="Google Shape;71;g39f8345b7f8_0_595"/>
          <p:cNvSpPr txBox="1">
            <a:spLocks noGrp="1"/>
          </p:cNvSpPr>
          <p:nvPr>
            <p:ph type="subTitle" idx="1"/>
          </p:nvPr>
        </p:nvSpPr>
        <p:spPr>
          <a:xfrm>
            <a:off x="1449900" y="6323050"/>
            <a:ext cx="6601800" cy="15180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72" name="Google Shape;72;g39f8345b7f8_0_595"/>
          <p:cNvSpPr txBox="1">
            <a:spLocks noGrp="1"/>
          </p:cNvSpPr>
          <p:nvPr>
            <p:ph type="body" idx="2"/>
          </p:nvPr>
        </p:nvSpPr>
        <p:spPr>
          <a:xfrm>
            <a:off x="10348450" y="2705250"/>
            <a:ext cx="6748800" cy="60510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rmAutofit/>
          </a:bodyPr>
          <a:lstStyle>
            <a:lvl1pPr marL="457200" lvl="0" indent="-393700">
              <a:spcBef>
                <a:spcPts val="0"/>
              </a:spcBef>
              <a:spcAft>
                <a:spcPts val="0"/>
              </a:spcAft>
              <a:buSzPts val="2600"/>
              <a:buChar char="●"/>
              <a:defRPr/>
            </a:lvl1pPr>
            <a:lvl2pPr marL="914400" lvl="1" indent="-3683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marL="2286000" lvl="4" indent="-3683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marL="2743200" lvl="5" indent="-3683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marL="3200400" lvl="6" indent="-3683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marL="3657600" lvl="7" indent="-3683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marL="4114800" lvl="8" indent="-3683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>
            <a:endParaRPr/>
          </a:p>
        </p:txBody>
      </p:sp>
      <p:sp>
        <p:nvSpPr>
          <p:cNvPr id="73" name="Google Shape;73;g39f8345b7f8_0_595"/>
          <p:cNvSpPr txBox="1">
            <a:spLocks noGrp="1"/>
          </p:cNvSpPr>
          <p:nvPr>
            <p:ph type="sldNum" idx="12"/>
          </p:nvPr>
        </p:nvSpPr>
        <p:spPr>
          <a:xfrm>
            <a:off x="17072605" y="9499702"/>
            <a:ext cx="1097400" cy="787200"/>
          </a:xfrm>
          <a:prstGeom prst="rect">
            <a:avLst/>
          </a:prstGeom>
        </p:spPr>
        <p:txBody>
          <a:bodyPr spcFirstLastPara="1" wrap="square" lIns="182850" tIns="182850" rIns="182850" bIns="18285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9f8345b7f8_0_604"/>
          <p:cNvSpPr txBox="1">
            <a:spLocks noGrp="1"/>
          </p:cNvSpPr>
          <p:nvPr>
            <p:ph type="body" idx="1"/>
          </p:nvPr>
        </p:nvSpPr>
        <p:spPr>
          <a:xfrm>
            <a:off x="1449900" y="8745102"/>
            <a:ext cx="15394800" cy="921000"/>
          </a:xfrm>
          <a:prstGeom prst="rect">
            <a:avLst/>
          </a:prstGeom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</a:lstStyle>
          <a:p>
            <a:endParaRPr/>
          </a:p>
        </p:txBody>
      </p:sp>
      <p:sp>
        <p:nvSpPr>
          <p:cNvPr id="76" name="Google Shape;76;g39f8345b7f8_0_604"/>
          <p:cNvSpPr txBox="1">
            <a:spLocks noGrp="1"/>
          </p:cNvSpPr>
          <p:nvPr>
            <p:ph type="sldNum" idx="12"/>
          </p:nvPr>
        </p:nvSpPr>
        <p:spPr>
          <a:xfrm>
            <a:off x="17072605" y="9499702"/>
            <a:ext cx="1097400" cy="787200"/>
          </a:xfrm>
          <a:prstGeom prst="rect">
            <a:avLst/>
          </a:prstGeom>
        </p:spPr>
        <p:txBody>
          <a:bodyPr spcFirstLastPara="1" wrap="square" lIns="182850" tIns="182850" rIns="182850" bIns="18285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" name="Google Shape;78;g39f8345b7f8_0_607"/>
          <p:cNvGrpSpPr/>
          <p:nvPr/>
        </p:nvGrpSpPr>
        <p:grpSpPr>
          <a:xfrm>
            <a:off x="1660784" y="8338260"/>
            <a:ext cx="1491526" cy="91652"/>
            <a:chOff x="4580561" y="2589004"/>
            <a:chExt cx="1064464" cy="25200"/>
          </a:xfrm>
        </p:grpSpPr>
        <p:sp>
          <p:nvSpPr>
            <p:cNvPr id="79" name="Google Shape;79;g39f8345b7f8_0_60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g39f8345b7f8_0_60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1" name="Google Shape;81;g39f8345b7f8_0_607"/>
          <p:cNvSpPr txBox="1">
            <a:spLocks noGrp="1"/>
          </p:cNvSpPr>
          <p:nvPr>
            <p:ph type="title" hasCustomPrompt="1"/>
          </p:nvPr>
        </p:nvSpPr>
        <p:spPr>
          <a:xfrm>
            <a:off x="1458900" y="1467900"/>
            <a:ext cx="15376800" cy="24894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0"/>
              <a:buNone/>
              <a:defRPr sz="1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2" name="Google Shape;82;g39f8345b7f8_0_607"/>
          <p:cNvSpPr txBox="1">
            <a:spLocks noGrp="1"/>
          </p:cNvSpPr>
          <p:nvPr>
            <p:ph type="body" idx="1"/>
          </p:nvPr>
        </p:nvSpPr>
        <p:spPr>
          <a:xfrm>
            <a:off x="1458900" y="4545776"/>
            <a:ext cx="15376800" cy="31608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rmAutofit/>
          </a:bodyPr>
          <a:lstStyle>
            <a:lvl1pPr marL="457200" lvl="0" indent="-3937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Char char="●"/>
              <a:defRPr>
                <a:solidFill>
                  <a:schemeClr val="lt1"/>
                </a:solidFill>
              </a:defRPr>
            </a:lvl1pPr>
            <a:lvl2pPr marL="914400" lvl="1" indent="-3683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2pPr>
            <a:lvl3pPr marL="1371600" lvl="2" indent="-3683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4pPr>
            <a:lvl5pPr marL="2286000" lvl="4" indent="-3683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5pPr>
            <a:lvl6pPr marL="2743200" lvl="5" indent="-3683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6pPr>
            <a:lvl7pPr marL="3200400" lvl="6" indent="-3683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7pPr>
            <a:lvl8pPr marL="3657600" lvl="7" indent="-3683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8pPr>
            <a:lvl9pPr marL="4114800" lvl="8" indent="-3683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3" name="Google Shape;83;g39f8345b7f8_0_607"/>
          <p:cNvSpPr txBox="1">
            <a:spLocks noGrp="1"/>
          </p:cNvSpPr>
          <p:nvPr>
            <p:ph type="sldNum" idx="12"/>
          </p:nvPr>
        </p:nvSpPr>
        <p:spPr>
          <a:xfrm>
            <a:off x="17072605" y="9499702"/>
            <a:ext cx="1097400" cy="787200"/>
          </a:xfrm>
          <a:prstGeom prst="rect">
            <a:avLst/>
          </a:prstGeom>
        </p:spPr>
        <p:txBody>
          <a:bodyPr spcFirstLastPara="1" wrap="square" lIns="182850" tIns="182850" rIns="182850" bIns="182850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9f8345b7f8_0_614"/>
          <p:cNvSpPr txBox="1">
            <a:spLocks noGrp="1"/>
          </p:cNvSpPr>
          <p:nvPr>
            <p:ph type="sldNum" idx="12"/>
          </p:nvPr>
        </p:nvSpPr>
        <p:spPr>
          <a:xfrm>
            <a:off x="17072605" y="9499702"/>
            <a:ext cx="1097400" cy="787200"/>
          </a:xfrm>
          <a:prstGeom prst="rect">
            <a:avLst/>
          </a:prstGeom>
        </p:spPr>
        <p:txBody>
          <a:bodyPr spcFirstLastPara="1" wrap="square" lIns="182850" tIns="182850" rIns="182850" bIns="18285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treamline"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9f8345b7f8_0_539"/>
          <p:cNvSpPr txBox="1">
            <a:spLocks noGrp="1"/>
          </p:cNvSpPr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Font typeface="Raleway"/>
              <a:buNone/>
              <a:defRPr sz="56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Font typeface="Raleway"/>
              <a:buNone/>
              <a:defRPr sz="56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Font typeface="Raleway"/>
              <a:buNone/>
              <a:defRPr sz="56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Font typeface="Raleway"/>
              <a:buNone/>
              <a:defRPr sz="56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Font typeface="Raleway"/>
              <a:buNone/>
              <a:defRPr sz="56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Font typeface="Raleway"/>
              <a:buNone/>
              <a:defRPr sz="56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Font typeface="Raleway"/>
              <a:buNone/>
              <a:defRPr sz="56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Font typeface="Raleway"/>
              <a:buNone/>
              <a:defRPr sz="56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Font typeface="Raleway"/>
              <a:buNone/>
              <a:defRPr sz="56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1" name="Google Shape;11;g39f8345b7f8_0_539"/>
          <p:cNvSpPr txBox="1">
            <a:spLocks noGrp="1"/>
          </p:cNvSpPr>
          <p:nvPr>
            <p:ph type="body" idx="1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marL="457200" lvl="0" indent="-3937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600"/>
              <a:buFont typeface="Lato"/>
              <a:buChar char="●"/>
              <a:defRPr sz="26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683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Lato"/>
              <a:buChar char="○"/>
              <a:defRPr sz="22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683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Lato"/>
              <a:buChar char="■"/>
              <a:defRPr sz="22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683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Lato"/>
              <a:buChar char="●"/>
              <a:defRPr sz="22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683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Lato"/>
              <a:buChar char="○"/>
              <a:defRPr sz="22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683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Lato"/>
              <a:buChar char="■"/>
              <a:defRPr sz="22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683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Lato"/>
              <a:buChar char="●"/>
              <a:defRPr sz="22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683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Lato"/>
              <a:buChar char="○"/>
              <a:defRPr sz="22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683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Lato"/>
              <a:buChar char="■"/>
              <a:defRPr sz="22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12" name="Google Shape;12;g39f8345b7f8_0_539"/>
          <p:cNvSpPr txBox="1">
            <a:spLocks noGrp="1"/>
          </p:cNvSpPr>
          <p:nvPr>
            <p:ph type="sldNum" idx="12"/>
          </p:nvPr>
        </p:nvSpPr>
        <p:spPr>
          <a:xfrm>
            <a:off x="17072605" y="9499702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lvl="0" algn="r">
              <a:buNone/>
              <a:defRPr sz="2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2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2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2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2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2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2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2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2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5" Type="http://schemas.openxmlformats.org/officeDocument/2006/relationships/hyperlink" Target="mailto:jnaneshl587@gmail.com" TargetMode="Externa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6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/>
          <p:nvPr/>
        </p:nvSpPr>
        <p:spPr>
          <a:xfrm>
            <a:off x="-20365" y="0"/>
            <a:ext cx="18308365" cy="10275570"/>
          </a:xfrm>
          <a:custGeom>
            <a:avLst/>
            <a:gdLst/>
            <a:ahLst/>
            <a:cxnLst/>
            <a:rect l="l" t="t" r="r" b="b"/>
            <a:pathLst>
              <a:path w="18308365" h="10275570" extrusionOk="0">
                <a:moveTo>
                  <a:pt x="0" y="0"/>
                </a:moveTo>
                <a:lnTo>
                  <a:pt x="18308365" y="0"/>
                </a:lnTo>
                <a:lnTo>
                  <a:pt x="18308365" y="10275570"/>
                </a:lnTo>
                <a:lnTo>
                  <a:pt x="0" y="102755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r>
              <a:rPr lang="en-US" sz="3600" dirty="0"/>
              <a:t>n</a:t>
            </a:r>
            <a:endParaRPr lang="en-IN" sz="3600" dirty="0"/>
          </a:p>
        </p:txBody>
      </p:sp>
      <p:graphicFrame>
        <p:nvGraphicFramePr>
          <p:cNvPr id="95" name="Google Shape;95;p2"/>
          <p:cNvGraphicFramePr/>
          <p:nvPr>
            <p:extLst>
              <p:ext uri="{D42A27DB-BD31-4B8C-83A1-F6EECF244321}">
                <p14:modId xmlns:p14="http://schemas.microsoft.com/office/powerpoint/2010/main" val="755739163"/>
              </p:ext>
            </p:extLst>
          </p:nvPr>
        </p:nvGraphicFramePr>
        <p:xfrm>
          <a:off x="2286000" y="5344616"/>
          <a:ext cx="13525326" cy="2663758"/>
        </p:xfrm>
        <a:graphic>
          <a:graphicData uri="http://schemas.openxmlformats.org/drawingml/2006/table">
            <a:tbl>
              <a:tblPr>
                <a:noFill/>
                <a:tableStyleId>{2FC23218-A1CE-406B-A49E-9FDE17486B0B}</a:tableStyleId>
              </a:tblPr>
              <a:tblGrid>
                <a:gridCol w="67841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11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31879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 u="none" strike="noStrike" cap="none" dirty="0"/>
                        <a:t>Jnanesh L</a:t>
                      </a:r>
                      <a:endParaRPr sz="3600" u="none" strike="noStrike" cap="none" dirty="0"/>
                    </a:p>
                  </a:txBody>
                  <a:tcPr marL="91425" marR="91425" marT="91425" marB="91425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263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 u="none" strike="noStrike" cap="none" dirty="0"/>
                        <a:t>Harshavardhan</a:t>
                      </a:r>
                      <a:endParaRPr sz="3600" u="none" strike="noStrike" cap="none" dirty="0"/>
                    </a:p>
                  </a:txBody>
                  <a:tcPr marL="91425" marR="91425" marT="91425" marB="91425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31879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 u="none" strike="noStrike" cap="none" dirty="0"/>
                        <a:t>Dheeraj Kini</a:t>
                      </a:r>
                    </a:p>
                  </a:txBody>
                  <a:tcPr marL="91425" marR="91425" marT="91425" marB="91425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263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 dirty="0"/>
                        <a:t>Shishir Ramamoorthi</a:t>
                      </a:r>
                    </a:p>
                  </a:txBody>
                  <a:tcPr marL="91425" marR="91425" marT="91425" marB="91425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6" name="Google Shape;96;p2"/>
          <p:cNvSpPr/>
          <p:nvPr/>
        </p:nvSpPr>
        <p:spPr>
          <a:xfrm>
            <a:off x="696457" y="605492"/>
            <a:ext cx="7188718" cy="996456"/>
          </a:xfrm>
          <a:custGeom>
            <a:avLst/>
            <a:gdLst/>
            <a:ahLst/>
            <a:cxnLst/>
            <a:rect l="l" t="t" r="r" b="b"/>
            <a:pathLst>
              <a:path w="7188718" h="996456" extrusionOk="0">
                <a:moveTo>
                  <a:pt x="0" y="0"/>
                </a:moveTo>
                <a:lnTo>
                  <a:pt x="7188717" y="0"/>
                </a:lnTo>
                <a:lnTo>
                  <a:pt x="7188717" y="996456"/>
                </a:lnTo>
                <a:lnTo>
                  <a:pt x="0" y="9964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97" name="Google Shape;97;p2"/>
          <p:cNvSpPr txBox="1"/>
          <p:nvPr/>
        </p:nvSpPr>
        <p:spPr>
          <a:xfrm>
            <a:off x="7148927" y="1943158"/>
            <a:ext cx="3990000" cy="100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499" b="1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INNOEX </a:t>
            </a:r>
            <a:endParaRPr/>
          </a:p>
        </p:txBody>
      </p:sp>
      <p:sp>
        <p:nvSpPr>
          <p:cNvPr id="98" name="Google Shape;98;p2"/>
          <p:cNvSpPr txBox="1"/>
          <p:nvPr/>
        </p:nvSpPr>
        <p:spPr>
          <a:xfrm>
            <a:off x="7128300" y="2738495"/>
            <a:ext cx="3856051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99" b="1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24-HOUR HACKATHON </a:t>
            </a:r>
            <a:endParaRPr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647C94E-8257-DA64-A34F-32FC6829BA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764512"/>
              </p:ext>
            </p:extLst>
          </p:nvPr>
        </p:nvGraphicFramePr>
        <p:xfrm>
          <a:off x="2285913" y="3411868"/>
          <a:ext cx="12192000" cy="822960"/>
        </p:xfrm>
        <a:graphic>
          <a:graphicData uri="http://schemas.openxmlformats.org/drawingml/2006/table">
            <a:tbl>
              <a:tblPr firstRow="1" bandRow="1">
                <a:tableStyleId>{2FC23218-A1CE-406B-A49E-9FDE17486B0B}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4593315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4800" u="sng" dirty="0">
                          <a:latin typeface="Arial Black" panose="020B0A04020102020204" pitchFamily="34" charset="0"/>
                        </a:rPr>
                        <a:t>Team name </a:t>
                      </a:r>
                      <a:r>
                        <a:rPr lang="en-US" sz="4800" dirty="0">
                          <a:latin typeface="Arial Black" panose="020B0A04020102020204" pitchFamily="34" charset="0"/>
                        </a:rPr>
                        <a:t>: </a:t>
                      </a:r>
                      <a:r>
                        <a:rPr lang="en-US" sz="4800" dirty="0">
                          <a:latin typeface="Arial Rounded MT Bold" panose="020F0704030504030204" pitchFamily="34" charset="0"/>
                        </a:rPr>
                        <a:t>Hackzilla</a:t>
                      </a:r>
                      <a:endParaRPr lang="en-IN" sz="4800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3684465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A77028A-9AA7-A78C-5F3E-8B3905FC5C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1511792"/>
              </p:ext>
            </p:extLst>
          </p:nvPr>
        </p:nvGraphicFramePr>
        <p:xfrm>
          <a:off x="2285826" y="4703038"/>
          <a:ext cx="13525500" cy="640080"/>
        </p:xfrm>
        <a:graphic>
          <a:graphicData uri="http://schemas.openxmlformats.org/drawingml/2006/table">
            <a:tbl>
              <a:tblPr firstRow="1" bandRow="1">
                <a:tableStyleId>{2FC23218-A1CE-406B-A49E-9FDE17486B0B}</a:tableStyleId>
              </a:tblPr>
              <a:tblGrid>
                <a:gridCol w="13525500">
                  <a:extLst>
                    <a:ext uri="{9D8B030D-6E8A-4147-A177-3AD203B41FA5}">
                      <a16:colId xmlns:a16="http://schemas.microsoft.com/office/drawing/2014/main" val="1048864693"/>
                    </a:ext>
                  </a:extLst>
                </a:gridCol>
              </a:tblGrid>
              <a:tr h="137734">
                <a:tc>
                  <a:txBody>
                    <a:bodyPr/>
                    <a:lstStyle/>
                    <a:p>
                      <a:r>
                        <a:rPr lang="en-US" sz="3600" u="sng" dirty="0">
                          <a:latin typeface="Arial Black" panose="020B0A04020102020204" pitchFamily="34" charset="0"/>
                        </a:rPr>
                        <a:t>Team members </a:t>
                      </a:r>
                      <a:r>
                        <a:rPr lang="en-US" sz="3600" dirty="0">
                          <a:latin typeface="Arial Black" panose="020B0A04020102020204" pitchFamily="34" charset="0"/>
                        </a:rPr>
                        <a:t>:</a:t>
                      </a:r>
                      <a:endParaRPr lang="en-IN" sz="3600" dirty="0">
                        <a:latin typeface="Arial Black" panose="020B0A04020102020204" pitchFamily="34" charset="0"/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36740737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6D4781A-F8FD-0EB3-CE0D-B62B717EB7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5686979"/>
              </p:ext>
            </p:extLst>
          </p:nvPr>
        </p:nvGraphicFramePr>
        <p:xfrm>
          <a:off x="2285826" y="7956528"/>
          <a:ext cx="12192000" cy="1188720"/>
        </p:xfrm>
        <a:graphic>
          <a:graphicData uri="http://schemas.openxmlformats.org/drawingml/2006/table">
            <a:tbl>
              <a:tblPr firstRow="1" bandRow="1">
                <a:tableStyleId>{2FC23218-A1CE-406B-A49E-9FDE17486B0B}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1415416376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r>
                        <a:rPr lang="en-US" sz="2400" b="0" u="sng" dirty="0">
                          <a:latin typeface="+mn-lt"/>
                          <a:hlinkClick r:id="rId5"/>
                        </a:rPr>
                        <a:t>Email : jnaneshl587@gmail.com</a:t>
                      </a:r>
                      <a:endParaRPr lang="en-US" sz="2400" b="0" u="sng" dirty="0">
                        <a:latin typeface="+mn-lt"/>
                      </a:endParaRPr>
                    </a:p>
                    <a:p>
                      <a:r>
                        <a:rPr lang="en-US" sz="2400" b="0" u="sng" dirty="0" err="1">
                          <a:latin typeface="+mn-lt"/>
                        </a:rPr>
                        <a:t>Phn</a:t>
                      </a:r>
                      <a:r>
                        <a:rPr lang="en-US" sz="2400" b="0" u="sng" dirty="0">
                          <a:latin typeface="+mn-lt"/>
                        </a:rPr>
                        <a:t> : 7760989192</a:t>
                      </a:r>
                    </a:p>
                    <a:p>
                      <a:r>
                        <a:rPr lang="en-US" sz="2400" b="0" u="sng" dirty="0">
                          <a:latin typeface="+mn-lt"/>
                        </a:rPr>
                        <a:t>College : SMVITM </a:t>
                      </a:r>
                      <a:endParaRPr lang="en-IN" sz="2400" b="0" u="sng" dirty="0">
                        <a:latin typeface="+mn-lt"/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24830489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D9D9"/>
        </a:soli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3"/>
          <p:cNvGrpSpPr/>
          <p:nvPr/>
        </p:nvGrpSpPr>
        <p:grpSpPr>
          <a:xfrm>
            <a:off x="621475" y="2352120"/>
            <a:ext cx="17109913" cy="928921"/>
            <a:chOff x="-669966" y="0"/>
            <a:chExt cx="22813217" cy="1238561"/>
          </a:xfrm>
        </p:grpSpPr>
        <p:sp>
          <p:nvSpPr>
            <p:cNvPr id="109" name="Google Shape;109;p3"/>
            <p:cNvSpPr/>
            <p:nvPr/>
          </p:nvSpPr>
          <p:spPr>
            <a:xfrm>
              <a:off x="0" y="0"/>
              <a:ext cx="10494372" cy="994228"/>
            </a:xfrm>
            <a:custGeom>
              <a:avLst/>
              <a:gdLst/>
              <a:ahLst/>
              <a:cxnLst/>
              <a:rect l="l" t="t" r="r" b="b"/>
              <a:pathLst>
                <a:path w="10494372" h="994228" extrusionOk="0">
                  <a:moveTo>
                    <a:pt x="0" y="0"/>
                  </a:moveTo>
                  <a:lnTo>
                    <a:pt x="10494372" y="0"/>
                  </a:lnTo>
                  <a:lnTo>
                    <a:pt x="10494372" y="994228"/>
                  </a:lnTo>
                  <a:lnTo>
                    <a:pt x="0" y="99422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0" name="Google Shape;110;p3"/>
            <p:cNvSpPr txBox="1"/>
            <p:nvPr/>
          </p:nvSpPr>
          <p:spPr>
            <a:xfrm>
              <a:off x="-669966" y="272861"/>
              <a:ext cx="22813217" cy="965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 b="1" i="0" u="sng" strike="noStrike" cap="none" dirty="0">
                  <a:solidFill>
                    <a:srgbClr val="000000"/>
                  </a:solidFill>
                </a:rPr>
                <a:t>Problem Statement</a:t>
              </a:r>
              <a:r>
                <a:rPr lang="en-US" sz="3200" b="1" i="0" u="none" strike="noStrike" cap="none" dirty="0">
                  <a:solidFill>
                    <a:srgbClr val="000000"/>
                  </a:solidFill>
                  <a:latin typeface="Bahnschrift SemiLight SemiConde" panose="020B0502040204020203" pitchFamily="34" charset="0"/>
                </a:rPr>
                <a:t>: </a:t>
              </a:r>
              <a:r>
                <a:rPr lang="en-US" sz="3200" b="1" u="sng" strike="noStrike" cap="none" dirty="0">
                  <a:solidFill>
                    <a:srgbClr val="000000"/>
                  </a:solidFill>
                  <a:latin typeface="Bahnschrift SemiLight SemiConde" panose="020B0502040204020203" pitchFamily="34" charset="0"/>
                </a:rPr>
                <a:t>PS4 –Project Shakthi</a:t>
              </a:r>
              <a:endParaRPr sz="3200" u="sng" dirty="0">
                <a:latin typeface="Bahnschrift SemiLight SemiConde" panose="020B0502040204020203" pitchFamily="34" charset="0"/>
              </a:endParaRPr>
            </a:p>
          </p:txBody>
        </p:sp>
      </p:grpSp>
      <p:grpSp>
        <p:nvGrpSpPr>
          <p:cNvPr id="111" name="Google Shape;111;p3"/>
          <p:cNvGrpSpPr/>
          <p:nvPr/>
        </p:nvGrpSpPr>
        <p:grpSpPr>
          <a:xfrm>
            <a:off x="14390482" y="212458"/>
            <a:ext cx="3235807" cy="1632484"/>
            <a:chOff x="0" y="0"/>
            <a:chExt cx="4314409" cy="2176646"/>
          </a:xfrm>
        </p:grpSpPr>
        <p:sp>
          <p:nvSpPr>
            <p:cNvPr id="112" name="Google Shape;112;p3"/>
            <p:cNvSpPr/>
            <p:nvPr/>
          </p:nvSpPr>
          <p:spPr>
            <a:xfrm>
              <a:off x="2176646" y="50663"/>
              <a:ext cx="2137763" cy="2075320"/>
            </a:xfrm>
            <a:custGeom>
              <a:avLst/>
              <a:gdLst/>
              <a:ahLst/>
              <a:cxnLst/>
              <a:rect l="l" t="t" r="r" b="b"/>
              <a:pathLst>
                <a:path w="2137763" h="2075320" extrusionOk="0">
                  <a:moveTo>
                    <a:pt x="0" y="0"/>
                  </a:moveTo>
                  <a:lnTo>
                    <a:pt x="2137763" y="0"/>
                  </a:lnTo>
                  <a:lnTo>
                    <a:pt x="2137763" y="2075320"/>
                  </a:lnTo>
                  <a:lnTo>
                    <a:pt x="0" y="207532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3" name="Google Shape;113;p3"/>
            <p:cNvSpPr/>
            <p:nvPr/>
          </p:nvSpPr>
          <p:spPr>
            <a:xfrm>
              <a:off x="0" y="0"/>
              <a:ext cx="2176646" cy="2176646"/>
            </a:xfrm>
            <a:custGeom>
              <a:avLst/>
              <a:gdLst/>
              <a:ahLst/>
              <a:cxnLst/>
              <a:rect l="l" t="t" r="r" b="b"/>
              <a:pathLst>
                <a:path w="2176646" h="2176646" extrusionOk="0">
                  <a:moveTo>
                    <a:pt x="0" y="0"/>
                  </a:moveTo>
                  <a:lnTo>
                    <a:pt x="2176646" y="0"/>
                  </a:lnTo>
                  <a:lnTo>
                    <a:pt x="2176646" y="2176646"/>
                  </a:lnTo>
                  <a:lnTo>
                    <a:pt x="0" y="217664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14" name="Google Shape;114;p3"/>
          <p:cNvSpPr/>
          <p:nvPr/>
        </p:nvSpPr>
        <p:spPr>
          <a:xfrm>
            <a:off x="686325" y="497145"/>
            <a:ext cx="7669583" cy="1063111"/>
          </a:xfrm>
          <a:custGeom>
            <a:avLst/>
            <a:gdLst/>
            <a:ahLst/>
            <a:cxnLst/>
            <a:rect l="l" t="t" r="r" b="b"/>
            <a:pathLst>
              <a:path w="7669583" h="1063111" extrusionOk="0">
                <a:moveTo>
                  <a:pt x="0" y="0"/>
                </a:moveTo>
                <a:lnTo>
                  <a:pt x="7669583" y="0"/>
                </a:lnTo>
                <a:lnTo>
                  <a:pt x="7669583" y="1063110"/>
                </a:lnTo>
                <a:lnTo>
                  <a:pt x="0" y="10631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15" name="Google Shape;115;p3"/>
          <p:cNvSpPr/>
          <p:nvPr/>
        </p:nvSpPr>
        <p:spPr>
          <a:xfrm rot="-5400000">
            <a:off x="9079595" y="-6482923"/>
            <a:ext cx="128811" cy="17174775"/>
          </a:xfrm>
          <a:custGeom>
            <a:avLst/>
            <a:gdLst/>
            <a:ahLst/>
            <a:cxnLst/>
            <a:rect l="l" t="t" r="r" b="b"/>
            <a:pathLst>
              <a:path w="128811" h="17174775" extrusionOk="0">
                <a:moveTo>
                  <a:pt x="0" y="0"/>
                </a:moveTo>
                <a:lnTo>
                  <a:pt x="128810" y="0"/>
                </a:lnTo>
                <a:lnTo>
                  <a:pt x="128810" y="17174775"/>
                </a:lnTo>
                <a:lnTo>
                  <a:pt x="0" y="171747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16" name="Google Shape;116;p3"/>
          <p:cNvSpPr txBox="1"/>
          <p:nvPr/>
        </p:nvSpPr>
        <p:spPr>
          <a:xfrm>
            <a:off x="621475" y="3429000"/>
            <a:ext cx="17004900" cy="60324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rgbClr val="1C1C1C"/>
                </a:solidFill>
                <a:latin typeface="Arial Black" panose="020B0A04020102020204" pitchFamily="34" charset="0"/>
              </a:rPr>
              <a:t>Women</a:t>
            </a:r>
            <a:r>
              <a:rPr lang="en-US" sz="2800" dirty="0">
                <a:solidFill>
                  <a:srgbClr val="1C1C1C"/>
                </a:solidFill>
              </a:rPr>
              <a:t> in rural and remote area often lack basic facility, protection, etc.</a:t>
            </a: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rgbClr val="1C1C1C"/>
                </a:solidFill>
              </a:rPr>
              <a:t>They </a:t>
            </a:r>
            <a:r>
              <a:rPr lang="en-US" sz="2800" b="1" dirty="0">
                <a:solidFill>
                  <a:srgbClr val="1C1C1C"/>
                </a:solidFill>
              </a:rPr>
              <a:t>lack protection</a:t>
            </a:r>
            <a:r>
              <a:rPr lang="en-US" sz="2800" dirty="0">
                <a:solidFill>
                  <a:srgbClr val="1C1C1C"/>
                </a:solidFill>
              </a:rPr>
              <a:t> especially during travelling, accessing healthcare</a:t>
            </a:r>
            <a:r>
              <a:rPr lang="en-US" sz="2800" b="1" dirty="0">
                <a:solidFill>
                  <a:srgbClr val="1C1C1C"/>
                </a:solidFill>
              </a:rPr>
              <a:t>, education or work place</a:t>
            </a:r>
            <a:r>
              <a:rPr lang="en-US" sz="2800" dirty="0">
                <a:solidFill>
                  <a:srgbClr val="1C1C1C"/>
                </a:solidFill>
              </a:rPr>
              <a:t>. Most of the women face these problems and are </a:t>
            </a:r>
            <a:r>
              <a:rPr lang="en-US" sz="2800" b="1" dirty="0">
                <a:solidFill>
                  <a:srgbClr val="1C1C1C"/>
                </a:solidFill>
              </a:rPr>
              <a:t>not able to fight against </a:t>
            </a:r>
            <a:r>
              <a:rPr lang="en-US" sz="2800" dirty="0">
                <a:solidFill>
                  <a:srgbClr val="1C1C1C"/>
                </a:solidFill>
              </a:rPr>
              <a:t>these problems and are continuously </a:t>
            </a:r>
            <a:r>
              <a:rPr lang="en-US" sz="2800" b="1" dirty="0">
                <a:solidFill>
                  <a:srgbClr val="1C1C1C"/>
                </a:solidFill>
              </a:rPr>
              <a:t>getting abused and harassed</a:t>
            </a:r>
            <a:r>
              <a:rPr lang="en-US" sz="2800" dirty="0">
                <a:solidFill>
                  <a:srgbClr val="1C1C1C"/>
                </a:solidFill>
              </a:rPr>
              <a:t>.</a:t>
            </a:r>
          </a:p>
          <a:p>
            <a:pPr fontAlgn="base"/>
            <a:r>
              <a:rPr lang="en-US" sz="2800" dirty="0">
                <a:latin typeface="Arial Black" panose="020B0A04020102020204" pitchFamily="34" charset="0"/>
              </a:rPr>
              <a:t>Main reasons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is </a:t>
            </a:r>
            <a:r>
              <a:rPr lang="en-US" sz="2800" dirty="0"/>
              <a:t>that they face the problems are:​</a:t>
            </a:r>
          </a:p>
          <a:p>
            <a:pPr marL="514350" indent="-514350" fontAlgn="base">
              <a:buFont typeface="+mj-lt"/>
              <a:buAutoNum type="arabicPeriod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lack of education​ and communication barrier </a:t>
            </a:r>
          </a:p>
          <a:p>
            <a:pPr marL="514350" indent="-514350" fontAlgn="base">
              <a:buFont typeface="+mj-lt"/>
              <a:buAutoNum type="arabicPeriod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poor infrastructure ​like lack of street lights </a:t>
            </a:r>
          </a:p>
          <a:p>
            <a:pPr marL="514350" indent="-514350" fontAlgn="base">
              <a:buFont typeface="+mj-lt"/>
              <a:buAutoNum type="arabicPeriod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delayed emergency response ​</a:t>
            </a:r>
          </a:p>
          <a:p>
            <a:pPr marL="514350" indent="-514350" fontAlgn="base">
              <a:buFont typeface="+mj-lt"/>
              <a:buAutoNum type="arabicPeriod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lack of awareness about rights ​</a:t>
            </a:r>
          </a:p>
          <a:p>
            <a:pPr marL="514350" indent="-514350" fontAlgn="base">
              <a:buFont typeface="+mj-lt"/>
              <a:buAutoNum type="arabicPeriod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lack of reliable safety system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​</a:t>
            </a:r>
          </a:p>
          <a:p>
            <a:pPr marL="514350" indent="-514350" fontAlgn="base">
              <a:buFont typeface="+mj-lt"/>
              <a:buAutoNum type="arabicPeriod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absence of community support system</a:t>
            </a:r>
          </a:p>
          <a:p>
            <a:pPr fontAlgn="base"/>
            <a:endParaRPr lang="en-US" sz="2800" dirty="0">
              <a:latin typeface="Arial Black" panose="020B0A04020102020204" pitchFamily="34" charset="0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dirty="0">
              <a:solidFill>
                <a:srgbClr val="1C1C1C"/>
              </a:solidFill>
            </a:endParaRPr>
          </a:p>
        </p:txBody>
      </p:sp>
      <p:sp>
        <p:nvSpPr>
          <p:cNvPr id="117" name="Google Shape;117;p3"/>
          <p:cNvSpPr/>
          <p:nvPr/>
        </p:nvSpPr>
        <p:spPr>
          <a:xfrm>
            <a:off x="686325" y="497145"/>
            <a:ext cx="7669583" cy="1063111"/>
          </a:xfrm>
          <a:custGeom>
            <a:avLst/>
            <a:gdLst/>
            <a:ahLst/>
            <a:cxnLst/>
            <a:rect l="l" t="t" r="r" b="b"/>
            <a:pathLst>
              <a:path w="7669583" h="1063111" extrusionOk="0">
                <a:moveTo>
                  <a:pt x="0" y="0"/>
                </a:moveTo>
                <a:lnTo>
                  <a:pt x="7669583" y="0"/>
                </a:lnTo>
                <a:lnTo>
                  <a:pt x="7669583" y="1063110"/>
                </a:lnTo>
                <a:lnTo>
                  <a:pt x="0" y="10631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D9D9"/>
        </a:solid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"/>
          <p:cNvSpPr txBox="1"/>
          <p:nvPr/>
        </p:nvSpPr>
        <p:spPr>
          <a:xfrm>
            <a:off x="556650" y="2487200"/>
            <a:ext cx="17174775" cy="6352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u="sng" dirty="0">
                <a:solidFill>
                  <a:schemeClr val="dk2"/>
                </a:solidFill>
              </a:rPr>
              <a:t>S</a:t>
            </a:r>
            <a:r>
              <a:rPr lang="en-US" sz="3600" b="1" i="0" u="sng" strike="noStrike" cap="none" dirty="0">
                <a:solidFill>
                  <a:schemeClr val="dk2"/>
                </a:solidFill>
              </a:rPr>
              <a:t>olutio</a:t>
            </a:r>
            <a:r>
              <a:rPr lang="en-US" sz="3600" b="1" u="sng" dirty="0">
                <a:solidFill>
                  <a:schemeClr val="dk2"/>
                </a:solidFill>
              </a:rPr>
              <a:t>n </a:t>
            </a:r>
            <a:r>
              <a:rPr lang="en-US" sz="3200" b="1" u="sng" dirty="0">
                <a:solidFill>
                  <a:schemeClr val="dk2"/>
                </a:solidFill>
              </a:rPr>
              <a:t>: NIRBHAYA </a:t>
            </a: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chemeClr val="dk2"/>
                </a:solidFill>
                <a:latin typeface="+mn-lt"/>
              </a:rPr>
              <a:t>An app which basically provide </a:t>
            </a:r>
            <a:r>
              <a:rPr lang="en-US" sz="2800" b="1" dirty="0">
                <a:solidFill>
                  <a:schemeClr val="dk2"/>
                </a:solidFill>
                <a:latin typeface="+mn-lt"/>
              </a:rPr>
              <a:t>technical protection for woman</a:t>
            </a:r>
            <a:r>
              <a:rPr lang="en-US" sz="2800" dirty="0">
                <a:solidFill>
                  <a:schemeClr val="dk2"/>
                </a:solidFill>
                <a:latin typeface="+mn-lt"/>
              </a:rPr>
              <a:t>. It is an easily operated app , that can be accessed by any woman even present in the </a:t>
            </a:r>
            <a:r>
              <a:rPr lang="en-US" sz="2800" b="1" dirty="0">
                <a:solidFill>
                  <a:schemeClr val="dk2"/>
                </a:solidFill>
                <a:latin typeface="+mn-lt"/>
              </a:rPr>
              <a:t>most remote areas</a:t>
            </a:r>
            <a:r>
              <a:rPr lang="en-US" sz="2800" b="1" dirty="0">
                <a:solidFill>
                  <a:schemeClr val="dk2"/>
                </a:solidFill>
              </a:rPr>
              <a:t>. </a:t>
            </a: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chemeClr val="dk2"/>
                </a:solidFill>
              </a:rPr>
              <a:t> </a:t>
            </a:r>
            <a:r>
              <a:rPr lang="en-US" sz="3600" b="1" u="sng" dirty="0">
                <a:solidFill>
                  <a:schemeClr val="dk2"/>
                </a:solidFill>
              </a:rPr>
              <a:t>Key Features of the app :</a:t>
            </a: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dk2"/>
                </a:solidFill>
                <a:latin typeface="Arial Black" panose="020B0A04020102020204" pitchFamily="34" charset="0"/>
              </a:rPr>
              <a:t>*</a:t>
            </a:r>
            <a:r>
              <a:rPr lang="en-US" sz="2800" b="1" dirty="0">
                <a:solidFill>
                  <a:schemeClr val="dk2"/>
                </a:solidFill>
              </a:rPr>
              <a:t>SOS emergency button </a:t>
            </a:r>
            <a:r>
              <a:rPr lang="en-US" sz="2800" dirty="0">
                <a:solidFill>
                  <a:schemeClr val="dk2"/>
                </a:solidFill>
              </a:rPr>
              <a:t>: Sends live location for family , police or any nearby emergency center. </a:t>
            </a: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dk2"/>
                </a:solidFill>
                <a:latin typeface="Arial Black" panose="020B0A04020102020204" pitchFamily="34" charset="0"/>
              </a:rPr>
              <a:t>*</a:t>
            </a:r>
            <a:r>
              <a:rPr lang="en-US" sz="2800" b="1" dirty="0">
                <a:solidFill>
                  <a:schemeClr val="dk2"/>
                </a:solidFill>
                <a:latin typeface="+mn-lt"/>
              </a:rPr>
              <a:t>Offline support </a:t>
            </a:r>
            <a:r>
              <a:rPr lang="en-US" sz="2800" dirty="0">
                <a:solidFill>
                  <a:schemeClr val="dk2"/>
                </a:solidFill>
                <a:latin typeface="+mn-lt"/>
              </a:rPr>
              <a:t>: Works in low network and in offline condition</a:t>
            </a:r>
            <a:r>
              <a:rPr lang="en-US" sz="2800" b="1" dirty="0">
                <a:solidFill>
                  <a:schemeClr val="dk2"/>
                </a:solidFill>
                <a:latin typeface="+mn-lt"/>
              </a:rPr>
              <a:t>.</a:t>
            </a: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dk2"/>
                </a:solidFill>
                <a:latin typeface="Arial Black" panose="020B0A04020102020204" pitchFamily="34" charset="0"/>
              </a:rPr>
              <a:t>*</a:t>
            </a:r>
            <a:r>
              <a:rPr lang="en-US" sz="2800" b="1" dirty="0">
                <a:solidFill>
                  <a:schemeClr val="dk2"/>
                </a:solidFill>
                <a:latin typeface="+mn-lt"/>
              </a:rPr>
              <a:t>Safe zone </a:t>
            </a:r>
            <a:r>
              <a:rPr lang="en-US" sz="2800" dirty="0">
                <a:solidFill>
                  <a:schemeClr val="dk2"/>
                </a:solidFill>
                <a:latin typeface="+mn-lt"/>
              </a:rPr>
              <a:t>: Sends alerts when entering unsafe or isolated area.</a:t>
            </a: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dk2"/>
                </a:solidFill>
                <a:latin typeface="Arial Black" panose="020B0A04020102020204" pitchFamily="34" charset="0"/>
              </a:rPr>
              <a:t>*</a:t>
            </a:r>
            <a:r>
              <a:rPr lang="en-US" sz="2800" b="1" dirty="0">
                <a:solidFill>
                  <a:schemeClr val="dk2"/>
                </a:solidFill>
                <a:latin typeface="+mn-lt"/>
              </a:rPr>
              <a:t>Low literacy assist </a:t>
            </a:r>
            <a:r>
              <a:rPr lang="en-US" sz="2800" dirty="0">
                <a:solidFill>
                  <a:schemeClr val="dk2"/>
                </a:solidFill>
                <a:latin typeface="+mn-lt"/>
              </a:rPr>
              <a:t>: Multilanguage voice assist </a:t>
            </a:r>
          </a:p>
          <a:p>
            <a:pPr lvl="0">
              <a:lnSpc>
                <a:spcPct val="120000"/>
              </a:lnSpc>
            </a:pPr>
            <a:r>
              <a:rPr lang="en-US" sz="3600" b="1" dirty="0">
                <a:solidFill>
                  <a:schemeClr val="dk2"/>
                </a:solidFill>
                <a:latin typeface="Arial Black" panose="020B0A04020102020204" pitchFamily="34" charset="0"/>
              </a:rPr>
              <a:t>*</a:t>
            </a:r>
            <a:r>
              <a:rPr lang="en-US" sz="2800" b="1" dirty="0">
                <a:solidFill>
                  <a:schemeClr val="dk2"/>
                </a:solidFill>
                <a:latin typeface="+mn-lt"/>
              </a:rPr>
              <a:t>Voice SOS </a:t>
            </a:r>
            <a:r>
              <a:rPr lang="en-US" sz="2800" dirty="0">
                <a:solidFill>
                  <a:schemeClr val="dk2"/>
                </a:solidFill>
                <a:latin typeface="+mn-lt"/>
              </a:rPr>
              <a:t>: </a:t>
            </a:r>
            <a:r>
              <a:rPr lang="en-IN" sz="2800" dirty="0">
                <a:latin typeface="+mn-lt"/>
              </a:rPr>
              <a:t>Code word triggers emergency</a:t>
            </a:r>
          </a:p>
          <a:p>
            <a:pPr lvl="0">
              <a:lnSpc>
                <a:spcPct val="120000"/>
              </a:lnSpc>
            </a:pPr>
            <a:r>
              <a:rPr lang="en-US" sz="3600" b="1" dirty="0">
                <a:solidFill>
                  <a:schemeClr val="dk2"/>
                </a:solidFill>
                <a:latin typeface="Arial Black" panose="020B0A04020102020204" pitchFamily="34" charset="0"/>
              </a:rPr>
              <a:t>*</a:t>
            </a:r>
            <a:r>
              <a:rPr lang="en-US" sz="2800" b="1" dirty="0">
                <a:solidFill>
                  <a:schemeClr val="dk2"/>
                </a:solidFill>
                <a:latin typeface="+mn-lt"/>
              </a:rPr>
              <a:t>AI chatbot </a:t>
            </a:r>
            <a:r>
              <a:rPr lang="en-US" sz="2800" dirty="0">
                <a:solidFill>
                  <a:schemeClr val="dk2"/>
                </a:solidFill>
                <a:latin typeface="+mn-lt"/>
              </a:rPr>
              <a:t>: Give awareness about woman safety and info on precautions.</a:t>
            </a:r>
            <a:endParaRPr lang="en-US" sz="3600" dirty="0">
              <a:solidFill>
                <a:schemeClr val="dk2"/>
              </a:solidFill>
              <a:latin typeface="Arial Black" panose="020B0A04020102020204" pitchFamily="34" charset="0"/>
            </a:endParaRPr>
          </a:p>
        </p:txBody>
      </p:sp>
      <p:grpSp>
        <p:nvGrpSpPr>
          <p:cNvPr id="127" name="Google Shape;127;p4"/>
          <p:cNvGrpSpPr/>
          <p:nvPr/>
        </p:nvGrpSpPr>
        <p:grpSpPr>
          <a:xfrm>
            <a:off x="13738385" y="253489"/>
            <a:ext cx="3520915" cy="1776323"/>
            <a:chOff x="0" y="0"/>
            <a:chExt cx="4694553" cy="2368431"/>
          </a:xfrm>
        </p:grpSpPr>
        <p:sp>
          <p:nvSpPr>
            <p:cNvPr id="128" name="Google Shape;128;p4"/>
            <p:cNvSpPr/>
            <p:nvPr/>
          </p:nvSpPr>
          <p:spPr>
            <a:xfrm>
              <a:off x="2368431" y="55127"/>
              <a:ext cx="2326122" cy="2258177"/>
            </a:xfrm>
            <a:custGeom>
              <a:avLst/>
              <a:gdLst/>
              <a:ahLst/>
              <a:cxnLst/>
              <a:rect l="l" t="t" r="r" b="b"/>
              <a:pathLst>
                <a:path w="2326122" h="2258177" extrusionOk="0">
                  <a:moveTo>
                    <a:pt x="0" y="0"/>
                  </a:moveTo>
                  <a:lnTo>
                    <a:pt x="2326122" y="0"/>
                  </a:lnTo>
                  <a:lnTo>
                    <a:pt x="2326122" y="2258177"/>
                  </a:lnTo>
                  <a:lnTo>
                    <a:pt x="0" y="225817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9" name="Google Shape;129;p4"/>
            <p:cNvSpPr/>
            <p:nvPr/>
          </p:nvSpPr>
          <p:spPr>
            <a:xfrm>
              <a:off x="0" y="0"/>
              <a:ext cx="2368431" cy="2368431"/>
            </a:xfrm>
            <a:custGeom>
              <a:avLst/>
              <a:gdLst/>
              <a:ahLst/>
              <a:cxnLst/>
              <a:rect l="l" t="t" r="r" b="b"/>
              <a:pathLst>
                <a:path w="2368431" h="2368431" extrusionOk="0">
                  <a:moveTo>
                    <a:pt x="0" y="0"/>
                  </a:moveTo>
                  <a:lnTo>
                    <a:pt x="2368431" y="0"/>
                  </a:lnTo>
                  <a:lnTo>
                    <a:pt x="2368431" y="2368431"/>
                  </a:lnTo>
                  <a:lnTo>
                    <a:pt x="0" y="236843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30" name="Google Shape;130;p4"/>
          <p:cNvSpPr/>
          <p:nvPr/>
        </p:nvSpPr>
        <p:spPr>
          <a:xfrm>
            <a:off x="686325" y="480405"/>
            <a:ext cx="7911116" cy="1096590"/>
          </a:xfrm>
          <a:custGeom>
            <a:avLst/>
            <a:gdLst/>
            <a:ahLst/>
            <a:cxnLst/>
            <a:rect l="l" t="t" r="r" b="b"/>
            <a:pathLst>
              <a:path w="7911116" h="1096590" extrusionOk="0">
                <a:moveTo>
                  <a:pt x="0" y="0"/>
                </a:moveTo>
                <a:lnTo>
                  <a:pt x="7911115" y="0"/>
                </a:lnTo>
                <a:lnTo>
                  <a:pt x="7911115" y="1096590"/>
                </a:lnTo>
                <a:lnTo>
                  <a:pt x="0" y="10965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31" name="Google Shape;131;p4"/>
          <p:cNvSpPr/>
          <p:nvPr/>
        </p:nvSpPr>
        <p:spPr>
          <a:xfrm rot="-5400000">
            <a:off x="8949882" y="-6505686"/>
            <a:ext cx="128811" cy="17174775"/>
          </a:xfrm>
          <a:custGeom>
            <a:avLst/>
            <a:gdLst/>
            <a:ahLst/>
            <a:cxnLst/>
            <a:rect l="l" t="t" r="r" b="b"/>
            <a:pathLst>
              <a:path w="128811" h="17174775" extrusionOk="0">
                <a:moveTo>
                  <a:pt x="0" y="0"/>
                </a:moveTo>
                <a:lnTo>
                  <a:pt x="128811" y="0"/>
                </a:lnTo>
                <a:lnTo>
                  <a:pt x="128811" y="17174775"/>
                </a:lnTo>
                <a:lnTo>
                  <a:pt x="0" y="171747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95D8A35-F9EA-390C-7FD5-5F7A9E100D1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104374" y="6203581"/>
            <a:ext cx="2605548" cy="26055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D9D9"/>
        </a:solidFill>
        <a:effectLst/>
      </p:bgPr>
    </p:bg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"/>
          <p:cNvSpPr/>
          <p:nvPr/>
        </p:nvSpPr>
        <p:spPr>
          <a:xfrm>
            <a:off x="375476" y="2465729"/>
            <a:ext cx="5387227" cy="876300"/>
          </a:xfrm>
          <a:custGeom>
            <a:avLst/>
            <a:gdLst/>
            <a:ahLst/>
            <a:cxnLst/>
            <a:rect l="l" t="t" r="r" b="b"/>
            <a:pathLst>
              <a:path w="11059796" h="1168400" extrusionOk="0">
                <a:moveTo>
                  <a:pt x="0" y="0"/>
                </a:moveTo>
                <a:lnTo>
                  <a:pt x="11059796" y="0"/>
                </a:lnTo>
                <a:lnTo>
                  <a:pt x="11059796" y="1168400"/>
                </a:lnTo>
                <a:lnTo>
                  <a:pt x="0" y="11684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grpSp>
        <p:nvGrpSpPr>
          <p:cNvPr id="141" name="Google Shape;141;p5"/>
          <p:cNvGrpSpPr/>
          <p:nvPr/>
        </p:nvGrpSpPr>
        <p:grpSpPr>
          <a:xfrm>
            <a:off x="14214171" y="282418"/>
            <a:ext cx="3387503" cy="1709016"/>
            <a:chOff x="0" y="0"/>
            <a:chExt cx="4516671" cy="2278688"/>
          </a:xfrm>
        </p:grpSpPr>
        <p:sp>
          <p:nvSpPr>
            <p:cNvPr id="142" name="Google Shape;142;p5"/>
            <p:cNvSpPr/>
            <p:nvPr/>
          </p:nvSpPr>
          <p:spPr>
            <a:xfrm>
              <a:off x="2278688" y="53038"/>
              <a:ext cx="2237983" cy="2172613"/>
            </a:xfrm>
            <a:custGeom>
              <a:avLst/>
              <a:gdLst/>
              <a:ahLst/>
              <a:cxnLst/>
              <a:rect l="l" t="t" r="r" b="b"/>
              <a:pathLst>
                <a:path w="2237983" h="2172613" extrusionOk="0">
                  <a:moveTo>
                    <a:pt x="0" y="0"/>
                  </a:moveTo>
                  <a:lnTo>
                    <a:pt x="2237984" y="0"/>
                  </a:lnTo>
                  <a:lnTo>
                    <a:pt x="2237984" y="2172613"/>
                  </a:lnTo>
                  <a:lnTo>
                    <a:pt x="0" y="217261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3" name="Google Shape;143;p5"/>
            <p:cNvSpPr/>
            <p:nvPr/>
          </p:nvSpPr>
          <p:spPr>
            <a:xfrm>
              <a:off x="0" y="0"/>
              <a:ext cx="2278688" cy="2278688"/>
            </a:xfrm>
            <a:custGeom>
              <a:avLst/>
              <a:gdLst/>
              <a:ahLst/>
              <a:cxnLst/>
              <a:rect l="l" t="t" r="r" b="b"/>
              <a:pathLst>
                <a:path w="2278688" h="2278688" extrusionOk="0">
                  <a:moveTo>
                    <a:pt x="0" y="0"/>
                  </a:moveTo>
                  <a:lnTo>
                    <a:pt x="2278688" y="0"/>
                  </a:lnTo>
                  <a:lnTo>
                    <a:pt x="2278688" y="2278688"/>
                  </a:lnTo>
                  <a:lnTo>
                    <a:pt x="0" y="227868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44" name="Google Shape;144;p5"/>
          <p:cNvSpPr/>
          <p:nvPr/>
        </p:nvSpPr>
        <p:spPr>
          <a:xfrm>
            <a:off x="627510" y="497145"/>
            <a:ext cx="7669583" cy="1063111"/>
          </a:xfrm>
          <a:custGeom>
            <a:avLst/>
            <a:gdLst/>
            <a:ahLst/>
            <a:cxnLst/>
            <a:rect l="l" t="t" r="r" b="b"/>
            <a:pathLst>
              <a:path w="7669583" h="1063111" extrusionOk="0">
                <a:moveTo>
                  <a:pt x="0" y="0"/>
                </a:moveTo>
                <a:lnTo>
                  <a:pt x="7669583" y="0"/>
                </a:lnTo>
                <a:lnTo>
                  <a:pt x="7669583" y="1063110"/>
                </a:lnTo>
                <a:lnTo>
                  <a:pt x="0" y="10631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45" name="Google Shape;145;p5"/>
          <p:cNvSpPr/>
          <p:nvPr/>
        </p:nvSpPr>
        <p:spPr>
          <a:xfrm rot="-5400000">
            <a:off x="9079595" y="-6402533"/>
            <a:ext cx="128811" cy="17174775"/>
          </a:xfrm>
          <a:custGeom>
            <a:avLst/>
            <a:gdLst/>
            <a:ahLst/>
            <a:cxnLst/>
            <a:rect l="l" t="t" r="r" b="b"/>
            <a:pathLst>
              <a:path w="128811" h="17174775" extrusionOk="0">
                <a:moveTo>
                  <a:pt x="0" y="0"/>
                </a:moveTo>
                <a:lnTo>
                  <a:pt x="128810" y="0"/>
                </a:lnTo>
                <a:lnTo>
                  <a:pt x="128810" y="17174774"/>
                </a:lnTo>
                <a:lnTo>
                  <a:pt x="0" y="171747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46" name="Google Shape;146;p5"/>
          <p:cNvSpPr txBox="1"/>
          <p:nvPr/>
        </p:nvSpPr>
        <p:spPr>
          <a:xfrm>
            <a:off x="7049625" y="3120700"/>
            <a:ext cx="540300" cy="2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6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7" name="Google Shape;147;p5"/>
          <p:cNvSpPr txBox="1"/>
          <p:nvPr/>
        </p:nvSpPr>
        <p:spPr>
          <a:xfrm>
            <a:off x="10061900" y="3538800"/>
            <a:ext cx="76695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600">
              <a:solidFill>
                <a:schemeClr val="accen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48" name="Google Shape;148;p5"/>
          <p:cNvSpPr txBox="1"/>
          <p:nvPr/>
        </p:nvSpPr>
        <p:spPr>
          <a:xfrm>
            <a:off x="627510" y="2403705"/>
            <a:ext cx="16353600" cy="59018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3600" b="1" u="sng" dirty="0">
                <a:latin typeface="+mn-lt"/>
              </a:rPr>
              <a:t>Working of the Application : NIRBHAYA</a:t>
            </a:r>
          </a:p>
          <a:p>
            <a:pPr marL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3600" b="1" dirty="0">
                <a:latin typeface="+mn-lt"/>
              </a:rPr>
              <a:t>*</a:t>
            </a:r>
            <a:r>
              <a:rPr lang="en-US" sz="2800" dirty="0">
                <a:latin typeface="+mn-lt"/>
              </a:rPr>
              <a:t>The user needs to register in the app  with her basic details like name age email etc.</a:t>
            </a:r>
          </a:p>
          <a:p>
            <a:pPr marL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3600" b="1" dirty="0">
                <a:latin typeface="+mn-lt"/>
              </a:rPr>
              <a:t>*</a:t>
            </a:r>
            <a:r>
              <a:rPr lang="en-US" sz="2800" dirty="0">
                <a:latin typeface="+mn-lt"/>
              </a:rPr>
              <a:t>Then the user needs to connect it to her family members by adding their numbers in the connection option.</a:t>
            </a:r>
          </a:p>
          <a:p>
            <a:pPr marL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3600" b="1" dirty="0">
                <a:latin typeface="+mn-lt"/>
              </a:rPr>
              <a:t>*</a:t>
            </a:r>
            <a:r>
              <a:rPr lang="en-US" sz="2800" dirty="0">
                <a:latin typeface="+mn-lt"/>
              </a:rPr>
              <a:t>User needs to set her location just by allowing the app to access her live location.</a:t>
            </a:r>
          </a:p>
          <a:p>
            <a:pPr marL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3600" b="1" dirty="0">
                <a:latin typeface="+mn-lt"/>
              </a:rPr>
              <a:t>*</a:t>
            </a:r>
            <a:r>
              <a:rPr lang="en-US" sz="2800" dirty="0">
                <a:latin typeface="+mn-lt"/>
              </a:rPr>
              <a:t>The live location will be continuously monitoring her whereabouts.</a:t>
            </a:r>
          </a:p>
          <a:p>
            <a:pPr marL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3600" b="1" dirty="0">
                <a:latin typeface="+mn-lt"/>
              </a:rPr>
              <a:t>*</a:t>
            </a:r>
            <a:r>
              <a:rPr lang="en-US" sz="2800" dirty="0">
                <a:latin typeface="+mn-lt"/>
              </a:rPr>
              <a:t>In case of emergency the user can press SOS shortcut button or use a voice command or code.</a:t>
            </a:r>
          </a:p>
          <a:p>
            <a:pPr marL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3600" b="1" dirty="0">
                <a:latin typeface="+mn-lt"/>
              </a:rPr>
              <a:t>*</a:t>
            </a:r>
            <a:r>
              <a:rPr lang="en-US" sz="2800" dirty="0">
                <a:latin typeface="+mn-lt"/>
              </a:rPr>
              <a:t>As soon as the user enters an isolated area it sends immediate SOS message to her connections.</a:t>
            </a:r>
          </a:p>
          <a:p>
            <a:pPr marL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3600" b="1" dirty="0">
                <a:latin typeface="+mn-lt"/>
              </a:rPr>
              <a:t>*</a:t>
            </a:r>
            <a:r>
              <a:rPr lang="en-US" sz="2800" dirty="0">
                <a:latin typeface="+mn-lt"/>
              </a:rPr>
              <a:t>It runs 24/7 in the background and keeps updating the location of the nearby emergency center location in accordance to the user’s location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D9D9"/>
        </a:solidFill>
        <a:effectLst/>
      </p:bgPr>
    </p:bg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9fe0971041_9_27"/>
          <p:cNvSpPr/>
          <p:nvPr/>
        </p:nvSpPr>
        <p:spPr>
          <a:xfrm>
            <a:off x="375476" y="2465729"/>
            <a:ext cx="5391651" cy="876300"/>
          </a:xfrm>
          <a:custGeom>
            <a:avLst/>
            <a:gdLst/>
            <a:ahLst/>
            <a:cxnLst/>
            <a:rect l="l" t="t" r="r" b="b"/>
            <a:pathLst>
              <a:path w="11059796" h="1168400" extrusionOk="0">
                <a:moveTo>
                  <a:pt x="0" y="0"/>
                </a:moveTo>
                <a:lnTo>
                  <a:pt x="11059796" y="0"/>
                </a:lnTo>
                <a:lnTo>
                  <a:pt x="11059796" y="1168400"/>
                </a:lnTo>
                <a:lnTo>
                  <a:pt x="0" y="11684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grpSp>
        <p:nvGrpSpPr>
          <p:cNvPr id="158" name="Google Shape;158;g39fe0971041_9_27"/>
          <p:cNvGrpSpPr/>
          <p:nvPr/>
        </p:nvGrpSpPr>
        <p:grpSpPr>
          <a:xfrm>
            <a:off x="14214171" y="282418"/>
            <a:ext cx="3387503" cy="1709016"/>
            <a:chOff x="0" y="0"/>
            <a:chExt cx="4516671" cy="2278688"/>
          </a:xfrm>
        </p:grpSpPr>
        <p:sp>
          <p:nvSpPr>
            <p:cNvPr id="159" name="Google Shape;159;g39fe0971041_9_27"/>
            <p:cNvSpPr/>
            <p:nvPr/>
          </p:nvSpPr>
          <p:spPr>
            <a:xfrm>
              <a:off x="2278688" y="53038"/>
              <a:ext cx="2237983" cy="2172613"/>
            </a:xfrm>
            <a:custGeom>
              <a:avLst/>
              <a:gdLst/>
              <a:ahLst/>
              <a:cxnLst/>
              <a:rect l="l" t="t" r="r" b="b"/>
              <a:pathLst>
                <a:path w="2237983" h="2172613" extrusionOk="0">
                  <a:moveTo>
                    <a:pt x="0" y="0"/>
                  </a:moveTo>
                  <a:lnTo>
                    <a:pt x="2237984" y="0"/>
                  </a:lnTo>
                  <a:lnTo>
                    <a:pt x="2237984" y="2172613"/>
                  </a:lnTo>
                  <a:lnTo>
                    <a:pt x="0" y="217261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0" name="Google Shape;160;g39fe0971041_9_27"/>
            <p:cNvSpPr/>
            <p:nvPr/>
          </p:nvSpPr>
          <p:spPr>
            <a:xfrm>
              <a:off x="0" y="0"/>
              <a:ext cx="2278688" cy="2278688"/>
            </a:xfrm>
            <a:custGeom>
              <a:avLst/>
              <a:gdLst/>
              <a:ahLst/>
              <a:cxnLst/>
              <a:rect l="l" t="t" r="r" b="b"/>
              <a:pathLst>
                <a:path w="2278688" h="2278688" extrusionOk="0">
                  <a:moveTo>
                    <a:pt x="0" y="0"/>
                  </a:moveTo>
                  <a:lnTo>
                    <a:pt x="2278688" y="0"/>
                  </a:lnTo>
                  <a:lnTo>
                    <a:pt x="2278688" y="2278688"/>
                  </a:lnTo>
                  <a:lnTo>
                    <a:pt x="0" y="227868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61" name="Google Shape;161;g39fe0971041_9_27"/>
          <p:cNvSpPr/>
          <p:nvPr/>
        </p:nvSpPr>
        <p:spPr>
          <a:xfrm>
            <a:off x="627510" y="497145"/>
            <a:ext cx="7669583" cy="1063111"/>
          </a:xfrm>
          <a:custGeom>
            <a:avLst/>
            <a:gdLst/>
            <a:ahLst/>
            <a:cxnLst/>
            <a:rect l="l" t="t" r="r" b="b"/>
            <a:pathLst>
              <a:path w="7669583" h="1063111" extrusionOk="0">
                <a:moveTo>
                  <a:pt x="0" y="0"/>
                </a:moveTo>
                <a:lnTo>
                  <a:pt x="7669583" y="0"/>
                </a:lnTo>
                <a:lnTo>
                  <a:pt x="7669583" y="1063110"/>
                </a:lnTo>
                <a:lnTo>
                  <a:pt x="0" y="10631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62" name="Google Shape;162;g39fe0971041_9_27"/>
          <p:cNvSpPr/>
          <p:nvPr/>
        </p:nvSpPr>
        <p:spPr>
          <a:xfrm rot="-5400000">
            <a:off x="9079595" y="-6402533"/>
            <a:ext cx="128811" cy="17174775"/>
          </a:xfrm>
          <a:custGeom>
            <a:avLst/>
            <a:gdLst/>
            <a:ahLst/>
            <a:cxnLst/>
            <a:rect l="l" t="t" r="r" b="b"/>
            <a:pathLst>
              <a:path w="128811" h="17174775" extrusionOk="0">
                <a:moveTo>
                  <a:pt x="0" y="0"/>
                </a:moveTo>
                <a:lnTo>
                  <a:pt x="128810" y="0"/>
                </a:lnTo>
                <a:lnTo>
                  <a:pt x="128810" y="17174774"/>
                </a:lnTo>
                <a:lnTo>
                  <a:pt x="0" y="171747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63" name="Google Shape;163;g39fe0971041_9_27"/>
          <p:cNvSpPr txBox="1"/>
          <p:nvPr/>
        </p:nvSpPr>
        <p:spPr>
          <a:xfrm>
            <a:off x="7049625" y="3120700"/>
            <a:ext cx="540300" cy="2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6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4" name="Google Shape;164;g39fe0971041_9_27"/>
          <p:cNvSpPr txBox="1"/>
          <p:nvPr/>
        </p:nvSpPr>
        <p:spPr>
          <a:xfrm>
            <a:off x="10061900" y="3538800"/>
            <a:ext cx="76695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600">
              <a:solidFill>
                <a:schemeClr val="accen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65" name="Google Shape;165;g39fe0971041_9_27"/>
          <p:cNvSpPr txBox="1"/>
          <p:nvPr/>
        </p:nvSpPr>
        <p:spPr>
          <a:xfrm>
            <a:off x="627756" y="2267631"/>
            <a:ext cx="16353600" cy="38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/>
              <a:t>Tech Stack</a:t>
            </a:r>
            <a:endParaRPr sz="3200" b="1" dirty="0"/>
          </a:p>
          <a:p>
            <a:pPr marL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b="1" dirty="0"/>
          </a:p>
          <a:p>
            <a:pPr marL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/>
              <a:t>AI/ML: </a:t>
            </a:r>
            <a:r>
              <a:rPr lang="en-US" sz="3200" dirty="0" err="1"/>
              <a:t>PyTorch</a:t>
            </a:r>
            <a:r>
              <a:rPr lang="en-US" sz="3200" dirty="0"/>
              <a:t>, OpenCV, DeepSORT, YOLOv10</a:t>
            </a:r>
            <a:endParaRPr sz="3200" dirty="0"/>
          </a:p>
          <a:p>
            <a:pPr marL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/>
              <a:t>Backend: </a:t>
            </a:r>
            <a:r>
              <a:rPr lang="en-US" sz="3200" dirty="0"/>
              <a:t>FastAPI, MQTT, WebSockets</a:t>
            </a:r>
            <a:endParaRPr sz="3200" dirty="0"/>
          </a:p>
          <a:p>
            <a:pPr marL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/>
              <a:t>Visualization: </a:t>
            </a:r>
            <a:r>
              <a:rPr lang="en-US" sz="3200" dirty="0"/>
              <a:t>React, Mapbox, Plotly</a:t>
            </a:r>
            <a:endParaRPr sz="3200" dirty="0"/>
          </a:p>
          <a:p>
            <a:pPr marL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/>
              <a:t>Deployment: </a:t>
            </a:r>
            <a:r>
              <a:rPr lang="en-US" sz="3200" dirty="0"/>
              <a:t>Edge devices (Jetson/Raspberry Pi) + Cloud server (AWS/GCP)</a:t>
            </a:r>
            <a:endParaRPr sz="3200" dirty="0"/>
          </a:p>
          <a:p>
            <a:pPr marL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3200" b="1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630</TotalTime>
  <Words>449</Words>
  <Application>Microsoft Office PowerPoint</Application>
  <PresentationFormat>Custom</PresentationFormat>
  <Paragraphs>56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4" baseType="lpstr">
      <vt:lpstr>Calibri</vt:lpstr>
      <vt:lpstr>Arial</vt:lpstr>
      <vt:lpstr>Georgia</vt:lpstr>
      <vt:lpstr>Arial Black</vt:lpstr>
      <vt:lpstr>Arial Rounded MT Bold</vt:lpstr>
      <vt:lpstr>Bahnschrift SemiLight SemiConde</vt:lpstr>
      <vt:lpstr>Lato</vt:lpstr>
      <vt:lpstr>Raleway</vt:lpstr>
      <vt:lpstr>Streamline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Lenovo</dc:creator>
  <cp:lastModifiedBy>jnaneshl587@gmail.com</cp:lastModifiedBy>
  <cp:revision>20</cp:revision>
  <dcterms:created xsi:type="dcterms:W3CDTF">2006-08-16T00:00:00Z</dcterms:created>
  <dcterms:modified xsi:type="dcterms:W3CDTF">2025-11-11T13:41:57Z</dcterms:modified>
</cp:coreProperties>
</file>